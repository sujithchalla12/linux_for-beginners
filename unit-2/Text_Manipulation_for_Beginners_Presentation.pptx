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27432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Aptos Display"/>
              </a:rPr>
              <a:t>UNIT 2
TEXT
MANIPULATION</a:t>
            </a:r>
          </a:p>
          <a:p>
            <a:pPr>
              <a:defRPr sz="1800">
                <a:solidFill>
                  <a:srgbClr val="DCE6F5"/>
                </a:solidFill>
                <a:latin typeface="Aptos"/>
              </a:defRPr>
            </a:pPr>
            <a:r>
              <a:t>Linux Basics for Beginners</a:t>
            </a:r>
          </a:p>
          <a:p>
            <a:pPr>
              <a:defRPr sz="1300">
                <a:solidFill>
                  <a:srgbClr val="D7E1F0"/>
                </a:solidFill>
                <a:latin typeface="Aptos"/>
              </a:defRPr>
            </a:pPr>
            <a:r>
              <a:t>A beginner-friendly presentation built from handwritten study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097280"/>
            <a:ext cx="7132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72B4D"/>
                </a:solidFill>
                <a:latin typeface="Aptos"/>
              </a:rPr>
              <a:t>Learn how to view, search, filter, inspect, and modify text files in Linux.</a:t>
            </a:r>
          </a:p>
          <a:p>
            <a:pPr>
              <a:defRPr sz="1700">
                <a:solidFill>
                  <a:srgbClr val="5A5A5A"/>
                </a:solidFill>
                <a:latin typeface="Aptos"/>
              </a:defRPr>
            </a:pPr>
            <a:r>
              <a:t>Topics: cat, head, tail, line numbering, grep, sed, more, less, and piping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423160"/>
            <a:ext cx="580644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2644" y="2423160"/>
            <a:ext cx="658368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8172" y="2423160"/>
            <a:ext cx="658368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43700" y="2423160"/>
            <a:ext cx="658368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grep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39228" y="2423160"/>
            <a:ext cx="580644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7032" y="2423160"/>
            <a:ext cx="658368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2423160"/>
            <a:ext cx="658368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48088" y="2423160"/>
            <a:ext cx="813816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piping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926080"/>
            <a:ext cx="1435608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line numbering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3383280"/>
            <a:ext cx="292608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Why this matters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Text manipulation is a core Linux skill for admins, developers, and cybersecurity learners.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383280"/>
            <a:ext cx="3291840" cy="114300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Beginner mindset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In Linux, “everything is a file” is a useful idea. If you can read and filter text well, you work faster.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989320"/>
            <a:ext cx="6949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5A5A5A"/>
                </a:solidFill>
              </a:defRPr>
            </a:pPr>
            <a:r>
              <a:t>Prepared as a teaching deck for beginners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Unit 2 •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5120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By the end of this unit, a beginner should be able to:</a:t>
            </a:r>
          </a:p>
          <a:p>
            <a:pPr lvl="1">
              <a:spcAft>
                <a:spcPts val="4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View file content with cat, head, tail, more, and less</a:t>
            </a:r>
          </a:p>
          <a:p>
            <a:pPr lvl="1">
              <a:spcAft>
                <a:spcPts val="4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Show line numbers using cat, nl, grep, awk, sed, vim, and nano</a:t>
            </a:r>
          </a:p>
          <a:p>
            <a:pPr lvl="1">
              <a:spcAft>
                <a:spcPts val="4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Search text patterns using grep and its important options</a:t>
            </a:r>
          </a:p>
          <a:p>
            <a:pPr lvl="1">
              <a:spcAft>
                <a:spcPts val="4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Replace text using sed safely and correctly</a:t>
            </a:r>
          </a:p>
          <a:p>
            <a:pPr lvl="1">
              <a:spcAft>
                <a:spcPts val="4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Combine commands using the pipe operator ( | )</a:t>
            </a:r>
          </a:p>
          <a:p>
            <a:pPr lvl="1">
              <a:spcAft>
                <a:spcPts val="400"/>
              </a:spcAft>
              <a:defRPr sz="1800">
                <a:solidFill>
                  <a:srgbClr val="282828"/>
                </a:solidFill>
                <a:latin typeface="Aptos"/>
              </a:defRPr>
            </a:pPr>
            <a:r>
              <a:t>Understand when to use each command in real Linux 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029200" cy="310896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11556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Command preview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408176"/>
            <a:ext cx="4754880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/etc/snort/snort.conf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-n 5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-f /var/log/syslog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-i "error" log.txt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"s/mysql/MySQL/g"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less -N file.txt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4617720"/>
            <a:ext cx="4572000" cy="96012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Study tip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Remember: you do not need to memorize everything at once. Focus on purpose + syntax + one good example for each command.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Big Picture: Which Command Should I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Quick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5B6"/>
                </a:solidFill>
                <a:latin typeface="Consolas"/>
              </a:rPr>
              <a:t>cat</a:t>
            </a:r>
          </a:p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Show a whole file quickly; simple display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1887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5B6"/>
                </a:solidFill>
                <a:latin typeface="Consolas"/>
              </a:rPr>
              <a:t>head</a:t>
            </a:r>
          </a:p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Show the beginning of a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1887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5B6"/>
                </a:solidFill>
                <a:latin typeface="Consolas"/>
              </a:rPr>
              <a:t>tail</a:t>
            </a:r>
          </a:p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Show the end of a file; useful for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1887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5B6"/>
                </a:solidFill>
                <a:latin typeface="Consolas"/>
              </a:rPr>
              <a:t>grep</a:t>
            </a:r>
          </a:p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Search matching lines or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5B6"/>
                </a:solidFill>
                <a:latin typeface="Consolas"/>
              </a:rPr>
              <a:t>sed</a:t>
            </a:r>
          </a:p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Find, replace, or edit text in a stream/file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5603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5B6"/>
                </a:solidFill>
                <a:latin typeface="Consolas"/>
              </a:rPr>
              <a:t>more</a:t>
            </a:r>
          </a:p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Page-by-page viewer with basic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5603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5B6"/>
                </a:solidFill>
                <a:latin typeface="Consolas"/>
              </a:rPr>
              <a:t>less</a:t>
            </a:r>
          </a:p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Better viewer with search and navigation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25603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2E75B6"/>
                </a:solidFill>
                <a:latin typeface="Consolas"/>
              </a:rPr>
              <a:t>| (pipe)</a:t>
            </a:r>
          </a:p>
          <a:p>
            <a:pPr>
              <a:defRPr sz="1300">
                <a:solidFill>
                  <a:srgbClr val="282828"/>
                </a:solidFill>
                <a:latin typeface="Aptos"/>
              </a:defRPr>
            </a:pPr>
            <a:r>
              <a:t>Send output of one command into another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72000"/>
            <a:ext cx="1060704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Workflow tip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Common beginner flow: use less to inspect a file, grep to search inside it, head/tail to preview important parts, and sed when you need to change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Viewing Files with cat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Command 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120640" cy="4937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cat stands for concatenate.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It is commonly used to display the content of small text files in the terminal.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It prints the entire content at once, so it is not ideal for very large files.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It can also join multiple files and send content through a pipe.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Common use: view configuration files like /etc/snort/snort.conf.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143000"/>
            <a:ext cx="5303520" cy="219456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97840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271016"/>
            <a:ext cx="5029200" cy="197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/etc/snort/snort.conf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file1.txt file2.txt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file.txt | grep "error"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3657600"/>
            <a:ext cx="2560320" cy="1737360"/>
          </a:xfrm>
          <a:prstGeom prst="roundRect">
            <a:avLst/>
          </a:prstGeom>
          <a:solidFill>
            <a:srgbClr val="E2EFD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72B4D"/>
                </a:solidFill>
                <a:latin typeface="Aptos"/>
              </a:rPr>
              <a:t>Good for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Small files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Quick display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Simple piping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3657600"/>
            <a:ext cx="2560320" cy="1737360"/>
          </a:xfrm>
          <a:prstGeom prst="roundRect">
            <a:avLst/>
          </a:prstGeom>
          <a:solidFill>
            <a:srgbClr val="FCE4D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72B4D"/>
                </a:solidFill>
                <a:latin typeface="Aptos"/>
              </a:rPr>
              <a:t>Not ideal for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Very large files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Page-by-page reading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Interactive navigation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80"/>
            <a:ext cx="4206240" cy="749808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Remember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Sticky note: When output scrolls too fast, switch to head, tail, more, or less.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The head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Show the beginning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029200" cy="5029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head shows the first part of a file.</a:t>
            </a:r>
          </a:p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By default, it displays the first 10 lines.</a:t>
            </a:r>
          </a:p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This is useful when you only need a quick preview.</a:t>
            </a:r>
          </a:p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You can also show a specific number of lines or bytes.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097280"/>
            <a:ext cx="5486400" cy="329184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93268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Basic syntax &amp;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1225296"/>
            <a:ext cx="521208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-n 5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-5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-c 20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-c 1K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-c 1M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file1.txt file2.txt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4709160"/>
            <a:ext cx="512064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Key point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Default behavior: no option means 10 lines. “-n” is for lines; “-c” is for bytes.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head Options, Output, and Piping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Useful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577840" cy="53035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Important options: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-n N  → show first N lines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-c N  → show first N bytes/characters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-q    → quiet mode, do not show file headers for multiple files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-v    → verbose mode, always show file headers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-n -N → all lines except the last N lines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--help / --version for help and version 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88720"/>
            <a:ext cx="4754880" cy="274320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02412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Head with piping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316736"/>
            <a:ext cx="448056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ls -l | head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ls -l | head -n 5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ps aux | head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history | head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/var/log/syslog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251960"/>
            <a:ext cx="4572000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Output behavior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When multiple files are used, head may print file headers like ==&gt; file1.txt &lt;==. Use -q to hide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The tail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Show the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212080" cy="5029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tail is similar to head, but it shows the last part of a file.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By default, it displays the last 10 lines.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It is especially useful for reading logs, because new log entries appear at the end.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You can show the last N lines, last N bytes, or start from a chosen 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097280"/>
            <a:ext cx="5257800" cy="310896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93268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Basic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225296"/>
            <a:ext cx="4983480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-n 5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-n +5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-c 10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-c +10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file1.txt file2.txt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4617720"/>
            <a:ext cx="493776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Sticky note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“tail -n +5 file.txt” means: start displaying from line 5 up to the 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tail for Live Monitoring and Combining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Logs &amp; real-time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329184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06984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362456"/>
            <a:ext cx="502920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-f /var/log/syslog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sudo tail -f /var/log/auth.log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-F /var/log/syslog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ls -l | tail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history | tail -n 5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ps aux | tail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-n 20 file.txt | tail -n 5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-n 20 file.txt | head -n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4846320" cy="36576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Important options: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-f → follow a file as new data is appended (live monitoring)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-F → follow by name, useful if a log file gets rotated or recreated</a:t>
            </a:r>
          </a:p>
          <a:p>
            <a:pPr lvl="1">
              <a:spcAft>
                <a:spcPts val="400"/>
              </a:spcAft>
              <a:defRPr sz="1600">
                <a:solidFill>
                  <a:srgbClr val="282828"/>
                </a:solidFill>
                <a:latin typeface="Aptos"/>
              </a:defRPr>
            </a:pPr>
            <a:r>
              <a:t>-q / -v → quiet / verbose headers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4343400"/>
            <a:ext cx="4572000" cy="123444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Real-world use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For system administration and cybersecurity work, tail -f is one of the most practical commands because you can watch logs in real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cat vs head vs 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Choose the right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828800" cy="45720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Command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371600"/>
            <a:ext cx="2834640" cy="45720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Best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80" y="1371600"/>
            <a:ext cx="6217920" cy="457200"/>
          </a:xfrm>
          <a:prstGeom prst="rect">
            <a:avLst/>
          </a:prstGeom>
          <a:solidFill>
            <a:srgbClr val="2E75B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82828"/>
                </a:solidFill>
                <a:latin typeface="Consolas"/>
              </a:rPr>
              <a:t>cat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828800"/>
            <a:ext cx="28346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82828"/>
                </a:solidFill>
                <a:latin typeface="Aptos"/>
              </a:rPr>
              <a:t>Display full small 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828800"/>
            <a:ext cx="62179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onsolas"/>
              </a:defRPr>
            </a:pPr>
            <a:r>
              <a:rPr sz="1500" b="0">
                <a:solidFill>
                  <a:srgbClr val="282828"/>
                </a:solidFill>
                <a:latin typeface="Consolas"/>
              </a:rPr>
              <a:t>cat file.txt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1828800" cy="685800"/>
          </a:xfrm>
          <a:prstGeom prst="rect">
            <a:avLst/>
          </a:prstGeom>
          <a:solidFill>
            <a:srgbClr val="E6E9EE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82828"/>
                </a:solidFill>
                <a:latin typeface="Consolas"/>
              </a:rPr>
              <a:t>head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86000"/>
            <a:ext cx="2834640" cy="685800"/>
          </a:xfrm>
          <a:prstGeom prst="rect">
            <a:avLst/>
          </a:prstGeom>
          <a:solidFill>
            <a:srgbClr val="E6E9EE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82828"/>
                </a:solidFill>
                <a:latin typeface="Aptos"/>
              </a:rPr>
              <a:t>Preview beginning of a 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2286000"/>
            <a:ext cx="6217920" cy="685800"/>
          </a:xfrm>
          <a:prstGeom prst="rect">
            <a:avLst/>
          </a:prstGeom>
          <a:solidFill>
            <a:srgbClr val="E6E9EE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onsolas"/>
              </a:defRPr>
            </a:pPr>
            <a:r>
              <a:rPr sz="1500" b="0">
                <a:solidFill>
                  <a:srgbClr val="282828"/>
                </a:solidFill>
                <a:latin typeface="Consolas"/>
              </a:rPr>
              <a:t>head -n 10 file.txt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82828"/>
                </a:solidFill>
                <a:latin typeface="Consolas"/>
              </a:rPr>
              <a:t>tail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743200"/>
            <a:ext cx="28346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282828"/>
                </a:solidFill>
                <a:latin typeface="Aptos"/>
              </a:rPr>
              <a:t>Preview end of a file / inspect logs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743200"/>
            <a:ext cx="62179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Consolas"/>
              </a:defRPr>
            </a:pPr>
            <a:r>
              <a:rPr sz="1500" b="0">
                <a:solidFill>
                  <a:srgbClr val="282828"/>
                </a:solidFill>
                <a:latin typeface="Consolas"/>
              </a:rPr>
              <a:t>tail -f /var/log/syslog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51560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Memory trick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Quick memory rule: cat = complete content, head = top, tail = bottom.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Numbering the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Why line numbers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Line numbering means displaying text with a number beside each line.</a:t>
            </a:r>
          </a:p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It helps when reading code, configuration files, or logs.</a:t>
            </a:r>
          </a:p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Line numbers make it easier to discuss errors, search results, and editing locations.</a:t>
            </a:r>
          </a:p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Linux offers multiple ways to number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813816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cat -n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645920"/>
            <a:ext cx="813816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cat -b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11312" y="1645920"/>
            <a:ext cx="502920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51392" y="1645920"/>
            <a:ext cx="891540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less -N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80092" y="1645920"/>
            <a:ext cx="891540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grep -n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08792" y="1645920"/>
            <a:ext cx="580644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awk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148840"/>
            <a:ext cx="580644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7164" y="2148840"/>
            <a:ext cx="580644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4968" y="2148840"/>
            <a:ext cx="891540" cy="329184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nano -l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466344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Why useful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Example use case: if grep says the match is on line 48, line numbering helps you jump to the correct place quickly.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023360"/>
            <a:ext cx="4572000" cy="118872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85876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Fast 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151376"/>
            <a:ext cx="42976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-n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less -N file.txt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Numbering with cat and nl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Two very common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03520" cy="347472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06984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362456"/>
            <a:ext cx="502920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-n file.txt      # number every line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-b file.txt      # number only non-empty lines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nl file.txt          # number lines with nl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nl -ba file.txt      # number all lines including blank lines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nl -bt file.txt      # number only non-empty lines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nl -v 100 file.txt   # start numbering from 100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nl -i 5 file.txt     # increment line numbers by 5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nl -s ": " file.txt  # choose a separator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234440"/>
            <a:ext cx="4754880" cy="34747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cat is simple and quick.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nl is more flexible and customizable.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Use nl when you need control over numbering style, starting value, or separator.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297680"/>
            <a:ext cx="4572000" cy="109728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Recommendation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Sticky note: cat -n is easiest for beginners. Learn nl later for advanced formatting.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More Ways to Number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grep, awk, sed, less, vim, nano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303520" cy="402336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02412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316736"/>
            <a:ext cx="5029200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-n "linux"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awk '{print NR, $0}'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=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less -N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# Inside vim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:set number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:set nu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:set nonumber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# In nano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nano -l file.txt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188720"/>
            <a:ext cx="4754880" cy="39319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grep -n adds line numbers only for matching lines.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awk uses NR (record number) to print numbers with text.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sed = prints line numbers.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less -N shows line numbers while paging through a file.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vim and nano can display line numbers interactively while editing.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5212080"/>
            <a:ext cx="457200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Tip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Use grep -n when you want both matching text and the exact line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Filtering Text with grep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Search for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212080" cy="50292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grep stands for Global Regular Expression Print.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It searches text and prints only lines that match a pattern.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It is one of the most important Linux commands for searching inside files, logs, and command output.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Basic syntax: grep [options] "pattern" filename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097280"/>
            <a:ext cx="5303520" cy="347472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93268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Common 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225296"/>
            <a:ext cx="5029200" cy="3255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"linux"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"root" /etc/passwd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-i "linux"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-n "error" log.txt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-w "admin" users.txt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-v "root" /etc/passwd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4800600"/>
            <a:ext cx="4937760" cy="86868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Remember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Search is case-sensitive by default. Use -i when case should not matter.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Important grep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Options you will use often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486400" cy="52120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-i  → ignore case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-n  → show line numbers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-w  → match whole word only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-v  → invert match (show non-matching lines)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-c  → count matching lines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-o  → show only the matched text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-r  → recursive search in directories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-l  → show filenames with matches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-L  → show filenames without matches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143000"/>
            <a:ext cx="4663440" cy="384048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97840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271016"/>
            <a:ext cx="4389120" cy="3621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-c "error" log.txt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-o "error" log.txt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-r "passwd" /etc/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-l "main" *.c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-L "main" *.c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5166360"/>
            <a:ext cx="4480560" cy="73152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Starter set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If you only remember five options first, learn: -i, -n, -w, -v, and -r.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Advanced grep: Context and Multiple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Going beyond basic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5486400" cy="411480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97840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271016"/>
            <a:ext cx="521208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-B 2 "error" log.txt      # 2 lines Before match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-A 3 "error" log.txt      # 3 lines After match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-C 2 "error" log.txt      # 2 lines around match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-e "error" -e "failed" log.txt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-E "error|failed|denied" log.txt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"include" *.c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"error" file1.txt file2.txt file3.txt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4572000" cy="411480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Context options help you understand the surrounding lines of a match.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-e lets you supply multiple patterns separately.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-E enables extended regular expressions, such as using the “|” OR operator.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These are extremely useful when analyzing logs.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5166360"/>
            <a:ext cx="448056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Real-world use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Cybersecurity angle: grep is widely used to search logs for “failed”, “denied”, “error”, or suspicious strings.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Using sed to Find and Replace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Stream editor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120640" cy="4937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sed stands for stream editor.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It can search, replace, insert, or modify text.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Most beginner use cases start with substitution (find and replace).</a:t>
            </a:r>
          </a:p>
          <a:p>
            <a:pPr>
              <a:spcAft>
                <a:spcPts val="400"/>
              </a:spcAft>
              <a:defRPr sz="1900" b="0">
                <a:solidFill>
                  <a:srgbClr val="282828"/>
                </a:solidFill>
                <a:latin typeface="Aptos"/>
              </a:defRPr>
            </a:pPr>
            <a:r>
              <a:t>Basic syntax: sed "s/old/new/options" filename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097280"/>
            <a:ext cx="5486400" cy="365760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93268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1225296"/>
            <a:ext cx="5212080" cy="3438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"s/oldword/newword/"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"s/mysql/MySQL/" 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"s/mysql/MySQL/g" 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"s/mysql/MySQL/g" snort.conf &gt; snort2.conf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"s/mysql/MySQL/2" snort.conf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4983480"/>
            <a:ext cx="5120640" cy="82296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Very important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Without -i, sed usually prints the changed output but does not modify the original file.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sed In-Place Editing and Safe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Do not lose your original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329184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06984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362456"/>
            <a:ext cx="5029200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-i "s/mysql/MySQL/g" 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-i.bak "s/mysql/MySQL/g" 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# Safer approach for beginners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"s/mysql/MySQL/g" snort.conf &gt; snort2.conf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2286000" cy="3108960"/>
          </a:xfrm>
          <a:prstGeom prst="roundRect">
            <a:avLst/>
          </a:prstGeom>
          <a:solidFill>
            <a:srgbClr val="E2EFD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72B4D"/>
                </a:solidFill>
                <a:latin typeface="Aptos"/>
              </a:rPr>
              <a:t>Good practice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Preview changes first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Use redirection to a new file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Use -i.bak to keep a backup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1280160"/>
            <a:ext cx="2286000" cy="3108960"/>
          </a:xfrm>
          <a:prstGeom prst="roundRect">
            <a:avLst/>
          </a:prstGeom>
          <a:solidFill>
            <a:srgbClr val="FCE4D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72B4D"/>
                </a:solidFill>
                <a:latin typeface="Aptos"/>
              </a:rPr>
              <a:t>Common mistake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Using -i too early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Forgetting that the original file is changed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Not checking the output carefully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058400" cy="77724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Remember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Sticky note: “g” means global — replace all occurrences on each line, not just the first one.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Controlling the Display with 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Page-by-page viewing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03520" cy="4937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more is used to view long text files page by page.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It is better than cat for large files because it pauses instead of printing everything at once.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Basic syntax: more [options] filename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You can also start from a line number or search term.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097280"/>
            <a:ext cx="5120640" cy="274320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60" y="93268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1225296"/>
            <a:ext cx="4846320" cy="2523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more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more /etc/snort/snort.conf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more +50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more +/mysql /etc/snort/snort.conf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069080"/>
            <a:ext cx="5029200" cy="15544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82828"/>
                </a:solidFill>
                <a:latin typeface="Aptos"/>
              </a:defRPr>
            </a:pPr>
            <a:r>
              <a:t>Useful keys inside more: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Space = next screen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Enter = next line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b = previous screen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/word = search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n = next match</a:t>
            </a:r>
          </a:p>
          <a:p>
            <a:pPr lvl="1"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q = quit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Displaying and Filtering with less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A more powerful pager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03520" cy="4937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less is a file viewing command used to display large text files page by page.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It is generally more powerful and flexible than more.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You can move forward and backward, search, and display line numbers.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Basic syntax: less [options] filename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097280"/>
            <a:ext cx="5120640" cy="306324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80760" y="93268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3912" y="1225296"/>
            <a:ext cx="4846320" cy="284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less 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less +/word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less -N /etc/snort/snort.conf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less -i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"word" file.txt | less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4343400"/>
            <a:ext cx="4846320" cy="12801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500" b="0">
                <a:solidFill>
                  <a:srgbClr val="282828"/>
                </a:solidFill>
                <a:latin typeface="Aptos"/>
              </a:defRPr>
            </a:pPr>
            <a:r>
              <a:t>Useful keys inside less: Space, b, Enter, /word, n, q</a:t>
            </a:r>
          </a:p>
          <a:p>
            <a:pPr>
              <a:spcAft>
                <a:spcPts val="400"/>
              </a:spcAft>
              <a:defRPr sz="1500" b="0">
                <a:solidFill>
                  <a:srgbClr val="282828"/>
                </a:solidFill>
                <a:latin typeface="Aptos"/>
              </a:defRPr>
            </a:pPr>
            <a:r>
              <a:t>less -N shows line numbers; less -i makes search case-insensitive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4846320" cy="658368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Fun fact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Why the name? “less” is humorously “more, but better”.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Using the Pipe Operator ( | 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Combine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5394960" cy="4937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A pipe sends the output of one command as the input of another command.</a:t>
            </a:r>
          </a:p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This lets you build powerful command combinations.</a:t>
            </a:r>
          </a:p>
          <a:p>
            <a:pPr>
              <a:spcAft>
                <a:spcPts val="400"/>
              </a:spcAft>
              <a:defRPr sz="2000" b="0">
                <a:solidFill>
                  <a:srgbClr val="282828"/>
                </a:solidFill>
                <a:latin typeface="Aptos"/>
              </a:defRPr>
            </a:pPr>
            <a:r>
              <a:t>Pipes are central to Linux text processing.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143000"/>
            <a:ext cx="5212080" cy="411480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97840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62472" y="1271016"/>
            <a:ext cx="4937760" cy="3895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ls -l | head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ls -l | tail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ps aux | grep "apache2"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file.txt | grep "linux"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history | head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history | tail -n 5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"error" log.txt | less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-n 20 file.txt | tail -n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332720" cy="73152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How to think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Sticky note: Read pipelines from left to right — “take this output, then do that next step to it.”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Beginner Practice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Hands-on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3035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1) Display the full content of a small text file using cat.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2) Show the first 5 lines of a file using head.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3) Show the last 20 lines of /var/log/syslog using tail.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4) Monitor a log file in real time using tail -f.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5) Show line numbers for a file using cat -n and less -N.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6) Search for the word "root" inside /etc/passwd using grep.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7) Search case-insensitively for "linux" and show line numbers.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8) Replace mysql with MySQL using sed and save the result into a new file.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9) Use more or less to read a long configuration file page by page.</a:t>
            </a:r>
          </a:p>
          <a:p>
            <a:pPr>
              <a:spcAft>
                <a:spcPts val="400"/>
              </a:spcAft>
              <a:defRPr sz="1700" b="0">
                <a:solidFill>
                  <a:srgbClr val="282828"/>
                </a:solidFill>
                <a:latin typeface="Aptos"/>
              </a:defRPr>
            </a:pPr>
            <a:r>
              <a:t>10) Combine commands with a pipe, such as ps aux | grep ssh.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Common Beginner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Troubleshooting mindset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257800" cy="4206240"/>
          </a:xfrm>
          <a:prstGeom prst="roundRect">
            <a:avLst/>
          </a:prstGeom>
          <a:solidFill>
            <a:srgbClr val="FCE4D6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72B4D"/>
                </a:solidFill>
                <a:latin typeface="Aptos"/>
              </a:rPr>
              <a:t>Common mistakes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Using cat on a huge file and losing track of output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Forgetting that grep is case-sensitive by default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Confusing -n in head/tail (line count) with grep -n (line numbers)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Using sed -i without backing up the file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Not understanding the difference between lines and bytes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Forgetting to quit more/less with q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234440"/>
            <a:ext cx="5257800" cy="4206240"/>
          </a:xfrm>
          <a:prstGeom prst="roundRect">
            <a:avLst/>
          </a:prstGeom>
          <a:solidFill>
            <a:srgbClr val="E2EFD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800">
                <a:solidFill>
                  <a:srgbClr val="172B4D"/>
                </a:solidFill>
                <a:latin typeface="Aptos"/>
              </a:rPr>
              <a:t>Better habits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Use less for large files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Use grep -i when needed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Read command syntax carefully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Use output redirection or -i.bak for safety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Practice with sample text files first</a:t>
            </a:r>
          </a:p>
          <a:p>
            <a:pPr>
              <a:spcAft>
                <a:spcPts val="300"/>
              </a:spcAft>
              <a:defRPr sz="1500">
                <a:solidFill>
                  <a:srgbClr val="282828"/>
                </a:solidFill>
                <a:latin typeface="Aptos"/>
              </a:defRPr>
            </a:pPr>
            <a:r>
              <a:t>Test simple pipelines before long ones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961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tos"/>
              </a:rPr>
              <a:t>Summary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73736"/>
            <a:ext cx="3017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DCE6F5"/>
                </a:solidFill>
                <a:latin typeface="Aptos"/>
              </a:rPr>
              <a:t>One-slide revision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5394960" cy="4480560"/>
          </a:xfrm>
          <a:prstGeom prst="roundRect">
            <a:avLst/>
          </a:prstGeom>
          <a:solidFill>
            <a:srgbClr val="212529"/>
          </a:solidFill>
          <a:ln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978408"/>
            <a:ext cx="1280160" cy="25603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Must-know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271016"/>
            <a:ext cx="5120640" cy="4261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head -n 5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tail -f /var/log/syslog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cat -n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-in "error" log.txt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grep -r "passwd" /etc/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"s/old/new/g"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sed -i.bak "s/old/new/g"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more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less -N file.txt</a:t>
            </a:r>
          </a:p>
          <a:p>
            <a:pPr>
              <a:spcAft>
                <a:spcPts val="200"/>
              </a:spcAft>
              <a:defRPr sz="1500">
                <a:solidFill>
                  <a:srgbClr val="FFFFFF"/>
                </a:solidFill>
                <a:latin typeface="Consolas"/>
              </a:defRPr>
            </a:pPr>
            <a:r>
              <a:t>ps aux | grep ssh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188720"/>
            <a:ext cx="4572000" cy="42976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cat → show a whole small file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head → show the top of a file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tail → show the bottom / follow logs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grep → search matching lines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sed → replace or edit text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more / less → read long files page by page</a:t>
            </a:r>
          </a:p>
          <a:p>
            <a:pPr>
              <a:spcAft>
                <a:spcPts val="400"/>
              </a:spcAft>
              <a:defRPr sz="1800" b="0">
                <a:solidFill>
                  <a:srgbClr val="282828"/>
                </a:solidFill>
                <a:latin typeface="Aptos"/>
              </a:defRPr>
            </a:pPr>
            <a:r>
              <a:t>pipe (|) → combine commands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166360"/>
            <a:ext cx="4480560" cy="685800"/>
          </a:xfrm>
          <a:prstGeom prst="roundRect">
            <a:avLst/>
          </a:prstGeom>
          <a:solidFill>
            <a:srgbClr val="FFF2CC"/>
          </a:solidFill>
          <a:ln>
            <a:solidFill>
              <a:srgbClr val="B59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1300">
                <a:solidFill>
                  <a:srgbClr val="282828"/>
                </a:solidFill>
                <a:latin typeface="Aptos"/>
              </a:rPr>
              <a:t>Final note</a:t>
            </a:r>
          </a:p>
          <a:p>
            <a:pPr>
              <a:defRPr sz="1200">
                <a:solidFill>
                  <a:srgbClr val="282828"/>
                </a:solidFill>
                <a:latin typeface="Aptos"/>
              </a:defRPr>
            </a:pPr>
            <a:r>
              <a:t>Master these commands and Linux text handling becomes much easier.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