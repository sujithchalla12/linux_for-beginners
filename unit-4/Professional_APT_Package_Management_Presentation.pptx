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UNIT–4: Adding &amp; Removing Software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Professional Presentation on APT Package Management in Linux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Introduction to APT</a:t>
            </a:r>
          </a:p>
          <a:p>
            <a:r>
              <a:t>• Package Searching</a:t>
            </a:r>
          </a:p>
          <a:p>
            <a:r>
              <a:t>• Installing Software</a:t>
            </a:r>
          </a:p>
          <a:p>
            <a:r>
              <a:t>• Removing Software</a:t>
            </a:r>
          </a:p>
          <a:p>
            <a:r>
              <a:t>• Updating &amp; Upgrading</a:t>
            </a:r>
          </a:p>
          <a:p>
            <a:r>
              <a:t>• Repositories</a:t>
            </a:r>
          </a:p>
          <a:p>
            <a:r>
              <a:t>• GUI Package Managers</a:t>
            </a:r>
          </a:p>
          <a:p>
            <a:r>
              <a:t>• Git-based Installation</a:t>
            </a:r>
          </a:p>
          <a:p>
            <a:r>
              <a:t>• Best Practices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APT?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APT (Advanced Package Tool) is the package management system used in Debian-based Linux distributions such as Ubuntu and Kali Linux.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APT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Install software</a:t>
            </a:r>
          </a:p>
          <a:p>
            <a:r>
              <a:t>• Update repositories</a:t>
            </a:r>
          </a:p>
          <a:p>
            <a:r>
              <a:t>• Upgrade packages</a:t>
            </a:r>
          </a:p>
          <a:p>
            <a:r>
              <a:t>• Remove software</a:t>
            </a:r>
          </a:p>
          <a:p>
            <a:r>
              <a:t>• Resolve dependencies automatically</a:t>
            </a:r>
          </a:p>
          <a:p>
            <a:r>
              <a:t>• Search packages efficiently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APT Commands → Package Database → Repositories → Package Installation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Searching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apt search &lt;package&gt;</a:t>
            </a:r>
          </a:p>
          <a:p>
            <a:r>
              <a:t>apt-cache search &lt;package&gt;</a:t>
            </a:r>
          </a:p>
          <a:p>
            <a:r>
              <a:t>Examples: nmap, python, snort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Viewing Package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apt show &lt;package-name&gt;</a:t>
            </a:r>
          </a:p>
          <a:p>
            <a:r>
              <a:t>Displays version, dependencies, description, maintainer details and package size.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Installing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sudo apt install &lt;package-name&gt;</a:t>
            </a:r>
          </a:p>
          <a:p>
            <a:r>
              <a:t>apt-get install &lt;package-name&gt;</a:t>
            </a:r>
          </a:p>
          <a:p>
            <a:r>
              <a:t>Example: sudo apt install nmap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Installation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Search Package</a:t>
            </a:r>
          </a:p>
          <a:p>
            <a:r>
              <a:t>2. Download from Repository</a:t>
            </a:r>
          </a:p>
          <a:p>
            <a:r>
              <a:t>3. Resolve Dependencies</a:t>
            </a:r>
          </a:p>
          <a:p>
            <a:r>
              <a:t>4. Install Package</a:t>
            </a:r>
          </a:p>
          <a:p>
            <a:r>
              <a:t>5. Verify Installation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Removing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sudo apt remove &lt;package-name&gt;</a:t>
            </a:r>
          </a:p>
          <a:p>
            <a:r>
              <a:t>Removes package but keeps configuration files.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Purging Software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sudo apt purge &lt;package-name&gt;</a:t>
            </a:r>
          </a:p>
          <a:p>
            <a:r>
              <a:t>Removes package and configuration files completely.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Cleaning Unused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apt autoremove</a:t>
            </a:r>
          </a:p>
          <a:p>
            <a:r>
              <a:t>apt clean</a:t>
            </a:r>
          </a:p>
          <a:p>
            <a:r>
              <a:t>Used to free disk space and remove unnecessary dependencies.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Updating Package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sudo apt update</a:t>
            </a:r>
          </a:p>
          <a:p>
            <a:r>
              <a:t>Downloads latest package information from repositories.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Upgrading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sudo apt upgrade</a:t>
            </a:r>
          </a:p>
          <a:p>
            <a:r>
              <a:t>sudo apt full-upgrade</a:t>
            </a:r>
          </a:p>
          <a:p>
            <a:r>
              <a:t>Installs latest available versions of packages.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Single-Line Maintenance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sudo apt update &amp;&amp; sudo apt upgrade -y</a:t>
            </a:r>
          </a:p>
          <a:p>
            <a:r>
              <a:t>sudo apt update &amp;&amp; sudo apt full-upgrade -y</a:t>
            </a:r>
          </a:p>
          <a:p>
            <a:r>
              <a:t>sudo apt autoremove &amp;&amp; sudo apt clean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Repositories?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Repositories are online storage locations that contain software packages and metadata.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sources.list 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Repository information is stored in /etc/apt/sources.list and related files.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</a:t>
            </a:r>
          </a:p>
          <a:p>
            <a:r>
              <a:t>universe</a:t>
            </a:r>
          </a:p>
          <a:p>
            <a:r>
              <a:t>multiverse</a:t>
            </a:r>
          </a:p>
          <a:p>
            <a:r>
              <a:t>restricted</a:t>
            </a:r>
          </a:p>
          <a:p>
            <a:r>
              <a:t>backports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Category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 – Officially supported</a:t>
            </a:r>
          </a:p>
          <a:p>
            <a:r>
              <a:t>universe – Community maintained</a:t>
            </a:r>
          </a:p>
          <a:p>
            <a:r>
              <a:t>multiverse – Restricted software</a:t>
            </a:r>
          </a:p>
          <a:p>
            <a:r>
              <a:t>restricted – Proprietary drivers</a:t>
            </a:r>
          </a:p>
          <a:p>
            <a:r>
              <a:t>backports – Newer package versions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 Package Managers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Synaptic Package Manager</a:t>
            </a:r>
          </a:p>
          <a:p>
            <a:r>
              <a:t>GDebi</a:t>
            </a:r>
          </a:p>
          <a:p>
            <a:r>
              <a:t>Provide graphical interfaces for software installation.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Installing Software from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clone &lt;repository-url&gt;</a:t>
            </a:r>
          </a:p>
          <a:p>
            <a:r>
              <a:t>Clone source code and install according to project documentation.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APT vs GUI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APT: Fast, scriptable, terminal-based</a:t>
            </a:r>
          </a:p>
          <a:p>
            <a:r>
              <a:t>GUI: Easy to use, beginner friendly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Update before installation</a:t>
            </a:r>
          </a:p>
          <a:p>
            <a:r>
              <a:t>• Use official repositories</a:t>
            </a:r>
          </a:p>
          <a:p>
            <a:r>
              <a:t>• Remove unused packages</a:t>
            </a:r>
          </a:p>
          <a:p>
            <a:r>
              <a:t>• Verify package names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Viva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What does APT stand for?</a:t>
            </a:r>
          </a:p>
          <a:p>
            <a:r>
              <a:t>2. Difference between update and upgrade?</a:t>
            </a:r>
          </a:p>
          <a:p>
            <a:r>
              <a:t>3. What is apt purge?</a:t>
            </a:r>
          </a:p>
          <a:p>
            <a:r>
              <a:t>4. What is a repository?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APT is a powerful Linux package management system that simplifies software installation, maintenance, and updates.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