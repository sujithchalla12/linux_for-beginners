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Basics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beginner-friendly PowerPoint to teach navigation, searching, files, directories, pipes, grep, cp, mv, rm, and permissions.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2340864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2779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handwritten notes → clean teaching slides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94944" y="2944368"/>
            <a:ext cx="4983480" cy="1508760"/>
          </a:xfrm>
          <a:prstGeom prst="roundRect">
            <a:avLst>
              <a:gd name="adj" fmla="val 3636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081528"/>
            <a:ext cx="465429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whoami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student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/home/student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echo "Let's master Linux step by step"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98080" y="594360"/>
            <a:ext cx="3337560" cy="516636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pic>
        <p:nvPicPr>
          <p:cNvPr id="13" name="Image 0" descr="/mnt/data/WhatsApp Image 2026-06-11 at 11.08.06 AM(1).jpeg">    </p:cNvPr>
          <p:cNvPicPr>
            <a:picLocks noChangeAspect="1"/>
          </p:cNvPicPr>
          <p:nvPr/>
        </p:nvPicPr>
        <p:blipFill>
          <a:blip r:embed="rId1"/>
          <a:srcRect l="54000" r="-61767" t="53000" b="-48000"/>
          <a:stretch/>
        </p:blipFill>
        <p:spPr>
          <a:xfrm>
            <a:off x="7635240" y="749808"/>
            <a:ext cx="3063240" cy="4800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55080" y="960120"/>
            <a:ext cx="0" cy="4526280"/>
          </a:xfrm>
          <a:prstGeom prst="line">
            <a:avLst/>
          </a:prstGeom>
          <a:noFill/>
          <a:ln w="254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5989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Made for explaining to absolute beginners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master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follows the same flow as your notes: navigate → search → filter → create → manage.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508760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727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57276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Linux terminal and filesystem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658368" y="2185416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249424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24942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around using pwd, cd and ls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658368" y="2862072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2608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help, man, which, whereis and locate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658368" y="3538728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0273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60273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deeply using find and filter using grep</a:t>
            </a:r>
            <a:endParaRPr lang="en-US" sz="1630" dirty="0"/>
          </a:p>
        </p:txBody>
      </p:sp>
      <p:sp>
        <p:nvSpPr>
          <p:cNvPr id="21" name="Shape 19"/>
          <p:cNvSpPr/>
          <p:nvPr/>
        </p:nvSpPr>
        <p:spPr>
          <a:xfrm>
            <a:off x="658368" y="4215384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7939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7185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7939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copy, move, rename and remove files/directories</a:t>
            </a:r>
            <a:endParaRPr lang="en-US" sz="1630" dirty="0"/>
          </a:p>
        </p:txBody>
      </p:sp>
      <p:sp>
        <p:nvSpPr>
          <p:cNvPr id="24" name="Shape 22"/>
          <p:cNvSpPr/>
          <p:nvPr/>
        </p:nvSpPr>
        <p:spPr>
          <a:xfrm>
            <a:off x="658368" y="4892040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111827"/>
          </a:solidFill>
          <a:ln w="12700">
            <a:solidFill>
              <a:srgbClr val="67E8F9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5604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95604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permissions and avoid dangerous beginner mistakes</a:t>
            </a:r>
            <a:endParaRPr lang="en-US" sz="1630" dirty="0"/>
          </a:p>
        </p:txBody>
      </p:sp>
      <p:sp>
        <p:nvSpPr>
          <p:cNvPr id="27" name="Shape 25"/>
          <p:cNvSpPr/>
          <p:nvPr/>
        </p:nvSpPr>
        <p:spPr>
          <a:xfrm>
            <a:off x="658368" y="5742432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879592"/>
            <a:ext cx="99120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By the end, you should be able to explain commands like: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-name "*.txt" -type f -mtime -7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-l | grep "apache"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-rp project backup/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 mental model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terminal is a text interface where you send commands to the shell.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3090672"/>
            <a:ext cx="10972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3090672"/>
            <a:ext cx="10972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3090672"/>
            <a:ext cx="10972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5146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" y="3163824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commands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25146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Shell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10128" y="3163824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interprets them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0" y="25146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79008" y="3163824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talks to hardware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38160" y="25146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761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47888" y="3163824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results/errors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4206240"/>
            <a:ext cx="53949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shell reads your command line and launches programs.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command has: command name + options/flags + arguments.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commands print output, errors, or silently finish successfully.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92240" y="406908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4206240"/>
            <a:ext cx="415137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command -option target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 /home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│    │    └── argument/path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│    └────── option/flag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└─────────── command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filesystem hierarchy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stores everything under one root directory: /.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pic>
        <p:nvPicPr>
          <p:cNvPr id="9" name="Image 0" descr="/mnt/data/Screenshot 2026-01-13 131813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806" y="1481328"/>
            <a:ext cx="7066492" cy="2514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4343400"/>
            <a:ext cx="1083564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553712"/>
            <a:ext cx="10332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is the top of the filesystem tree.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/home stores user directories; /etc stores configuration files; /bin and /usr/bin store commands.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/var stores changing data like logs; /dev represents devices; /proc shows process/kernel info.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232" y="5870448"/>
            <a:ext cx="10835640" cy="502920"/>
          </a:xfrm>
          <a:prstGeom prst="roundRect">
            <a:avLst>
              <a:gd name="adj" fmla="val 10909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6007608"/>
            <a:ext cx="10506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/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bin  boot  dev  etc  home  lib  proc  root  sbin  tmp  usr  var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 commands: pwd, cd, ls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three commands answer: Where am I? Where do I go? What is here?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pwd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Working Directory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your current folder path.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657600"/>
            <a:ext cx="245973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/home/student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150876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Directory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6344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from one directory to another.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4663440" y="352044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657600"/>
            <a:ext cx="245973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/var/log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~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83880" y="150876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12480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Directory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41248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Lists files and folders in a location.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8412480" y="3520440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3657600"/>
            <a:ext cx="2459736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989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rule: always run pwd when you are confused.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paths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path is the address of a file or directory.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508760"/>
            <a:ext cx="5029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path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5029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810512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10512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from / root.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from anywhere.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/home/student/docs/report.txt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from current directory.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Shorter and faster to type.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. for current and .. for parent directory.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0120" y="3840480"/>
            <a:ext cx="4526280" cy="914400"/>
          </a:xfrm>
          <a:prstGeom prst="roundRect">
            <a:avLst>
              <a:gd name="adj" fmla="val 6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977640"/>
            <a:ext cx="4197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/home/student/projects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/home/student/projects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3840480"/>
            <a:ext cx="4526280" cy="914400"/>
          </a:xfrm>
          <a:prstGeom prst="roundRect">
            <a:avLst>
              <a:gd name="adj" fmla="val 6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3977640"/>
            <a:ext cx="41970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docs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../Downloads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33088" y="5559552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5623560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 means your home directory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446520" y="555955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5623560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means current directory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823960" y="555955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7112" y="5623560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 means parent directory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 ls -l output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listing shows type, permissions, owner, group, size and modified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10835640" cy="1005840"/>
          </a:xfrm>
          <a:prstGeom prst="roundRect">
            <a:avLst>
              <a:gd name="adj" fmla="val 5455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00200"/>
            <a:ext cx="105064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-rw-r--r-- 1 sujith students  1200 Jun 11  notes.txt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drwxr-xr-x 2 sujith students  4096 Jun 11  projects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type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828800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754880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989320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15200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67E8F9">
              <a:alpha val="85000"/>
            </a:srgbClr>
          </a:solidFill>
          <a:ln w="12700">
            <a:solidFill>
              <a:srgbClr val="67E8F9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321040" y="28529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B7185">
              <a:alpha val="85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916936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 time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557784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character: - means regular file, d means directory, l means link.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read, w = write, x = execute.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 -a shows hidden files; ls -la combines hidden files with long listing.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812280" y="365760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3794760"/>
            <a:ext cx="396849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-a       # include hidden files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-lh      # human readable sizes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-ltr     # sort by time, reverse order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Getting help inside Linux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Linux users do not memorize everything; they know how to ask the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6420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&lt;tool&gt; --help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67335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usage guidance for a command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778240" y="1673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--help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46888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2432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man &lt;tool&gt;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63347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manual page reference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77824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man find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5844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which &lt;tool&gt;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359359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command path used by shell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78240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which 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38912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445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whereis &lt;tool&gt;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455371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binary, source and manual locations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778240" y="4553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whereis bash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5532120"/>
            <a:ext cx="10744200" cy="594360"/>
          </a:xfrm>
          <a:prstGeom prst="roundRect">
            <a:avLst>
              <a:gd name="adj" fmla="val 923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669280"/>
            <a:ext cx="10415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man 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press q to quit, /word to search inside a manual page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tools: what to use when?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search command has a different purpose.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23160" y="1508760"/>
            <a:ext cx="2971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5349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84248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468880" y="1984248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executable in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984248"/>
            <a:ext cx="5257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shell command locations 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587752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68880" y="2697480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+ source + man page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2697480"/>
            <a:ext cx="5257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standard system locations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300984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1071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468880" y="3410712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filename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410712"/>
            <a:ext cx="5257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prebuilt database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014216"/>
            <a:ext cx="104698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23944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468880" y="4123944"/>
            <a:ext cx="2880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and powerful 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4123944"/>
            <a:ext cx="5257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directories in real time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51760" y="5230368"/>
            <a:ext cx="685800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5294376"/>
            <a:ext cx="6711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use locate for speed, find for accuracy and conditions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3291840" y="56235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5760720"/>
            <a:ext cx="5065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locate report.pdf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/home -name "report.pdf"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command syntax decoded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searches files in live time using path + tests + actions.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81328"/>
            <a:ext cx="10744200" cy="777240"/>
          </a:xfrm>
          <a:prstGeom prst="roundRect">
            <a:avLst>
              <a:gd name="adj" fmla="val 7059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18488"/>
            <a:ext cx="104150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[starting-path] [expression]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-name "*.txt" -type f -mtime -7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71216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18211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/home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search begins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871216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18211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-name "*.txt"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match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871216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18211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-type 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regular files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2743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871216"/>
            <a:ext cx="1737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3182112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-mtime -7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349300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 in last 7 days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434840"/>
            <a:ext cx="101498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Expressions can combine many tests: name, type, size, time, owner, group, permissions, empty.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run on matches: -print, -delete, -exec command {} ;</a:t>
            </a:r>
            <a:endParaRPr lang="en-US" sz="1700" dirty="0"/>
          </a:p>
          <a:p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test with -print before using -delete.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examples: name, type, size, time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most useful beginner search patterns.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name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536192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-name "file.txt"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32320" y="1554480"/>
            <a:ext cx="3794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Case-sensitive exact filename match.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85800" y="2267712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04872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Case-insensitive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386584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-iname "file.txt"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7132320" y="2404872"/>
            <a:ext cx="3794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File.txt, FILE.TXT, file.txt.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685800" y="3118104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55264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3236976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-type f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7132320" y="3255264"/>
            <a:ext cx="3794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means regular file. Use d for directories.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685800" y="3968496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05656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size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4087368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-size +100M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132320" y="4105656"/>
            <a:ext cx="3794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greater than, - smaller than. Units: c, k, M, G.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685800" y="4818888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modified time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834640" y="4937760"/>
            <a:ext cx="4069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-mtime -7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132320" y="4956048"/>
            <a:ext cx="3794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 within the last 7 days.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685800" y="5806440"/>
            <a:ext cx="10744200" cy="594360"/>
          </a:xfrm>
          <a:prstGeom prst="roundRect">
            <a:avLst>
              <a:gd name="adj" fmla="val 923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943600"/>
            <a:ext cx="10415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/home -type d -name "apache2"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/home -size -500k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find: permissions, owners and actions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by metadata or run commands on matching files safely.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63040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-perm 755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57800" y="1463040"/>
            <a:ext cx="5394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Files/directories with permission 755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029968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-user sujith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7800" y="2029968"/>
            <a:ext cx="5394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 user sujith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596896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-group students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57800" y="2596896"/>
            <a:ext cx="5394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 group students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63824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/tmp -empty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57800" y="3163824"/>
            <a:ext cx="5394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files or directories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730752"/>
            <a:ext cx="4297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-maxdepth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57800" y="3730752"/>
            <a:ext cx="5394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search to 2 directory levels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example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926080" y="47548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4892040"/>
            <a:ext cx="7717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/home -name "*.txt" -exec cat {} \;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/tmp -name "*.tmp" -delete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3749040" y="6035040"/>
            <a:ext cx="429768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6099048"/>
            <a:ext cx="4151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rule: preview matches before delete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locate: fast filename search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is faster than find because it searches a database, not the live filesystem.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67E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011680"/>
            <a:ext cx="97840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82880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90195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901952"/>
            <a:ext cx="731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fast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49640" y="2331720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Live/deeper search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063240"/>
            <a:ext cx="53949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file.txt searches filenames quickly.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-c file.txt counts matches.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-n 10 file.txt limits results.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-b "\file.txt" matches only the basename.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updatedb updates the locate database.</a:t>
            </a:r>
            <a:endParaRPr lang="en-US" sz="1630" dirty="0"/>
          </a:p>
        </p:txBody>
      </p:sp>
      <p:sp>
        <p:nvSpPr>
          <p:cNvPr id="17" name="Shape 15"/>
          <p:cNvSpPr/>
          <p:nvPr/>
        </p:nvSpPr>
        <p:spPr>
          <a:xfrm>
            <a:off x="6446520" y="3063240"/>
            <a:ext cx="4389120" cy="1828800"/>
          </a:xfrm>
          <a:prstGeom prst="roundRect">
            <a:avLst>
              <a:gd name="adj" fmla="val 3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200400"/>
            <a:ext cx="405993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locate notes.txt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locate -c notes.txt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locate -n 10 notes.txt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sudo updatedb</a:t>
            </a:r>
            <a:endParaRPr lang="en-US" sz="14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Pipes and grep: filter command output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 sends the output of one command into the input of another command.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2331720"/>
            <a:ext cx="12344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331720"/>
            <a:ext cx="12344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181051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75688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487168"/>
            <a:ext cx="15179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output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86200" y="1810512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075688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3995928" y="2487168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 connects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810512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075688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39128" y="2487168"/>
            <a:ext cx="15179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filters/uses 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657600"/>
            <a:ext cx="4937760" cy="1207008"/>
          </a:xfrm>
          <a:prstGeom prst="roundRect">
            <a:avLst>
              <a:gd name="adj" fmla="val 4545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794760"/>
            <a:ext cx="460857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 | grep ".txt"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ps aux | grep "apache"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cat access.log | grep "404"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4572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grep scans text and prints only matching lines.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quotes around patterns with special characters or spaces.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grep is useful for logs, process lists, and command output.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files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gives you many ways to create or write text files.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8132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04825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empty file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68680" y="244144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57860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touch notes.txt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434840" y="148132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echo &gt;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204825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Create/overwrite with one line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4617720" y="244144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"hello" &gt; notes.txt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183880" y="148132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&gt;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204825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content manually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366760" y="244144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257860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 &gt; notes.txt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85800" y="344728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64845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86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and display output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868680" y="440740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454456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"hello" | tee notes.txt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4434840" y="344728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64845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heredoc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61772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multi-line content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4617720" y="440740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54456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 &gt; notes.txt &lt;&lt; EOF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8183880" y="3447288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67E8F9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648456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36676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Create/edit interactively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8366760" y="440740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4544568"/>
            <a:ext cx="259689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nano notes.txt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3886200" y="5779008"/>
            <a:ext cx="4160520" cy="292608"/>
          </a:xfrm>
          <a:prstGeom prst="roundRect">
            <a:avLst>
              <a:gd name="adj" fmla="val 50000"/>
            </a:avLst>
          </a:prstGeom>
          <a:solidFill>
            <a:srgbClr val="FB7185">
              <a:alpha val="85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5843016"/>
            <a:ext cx="4014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Remember: &gt; overwrites, &gt;&gt; appends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directories with mkdir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mkdir creates folders. Options help with nested folders, permissions and confirmation output.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54480"/>
            <a:ext cx="442569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[options] directory-name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7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mydir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5989320" y="2148840"/>
            <a:ext cx="4846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one directory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715768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7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dir1 dir2 dir3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5989320" y="2715768"/>
            <a:ext cx="4846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multiple directories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7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project/{src,bin,docs,tests}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5989320" y="3282696"/>
            <a:ext cx="4846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nested project 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849624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7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-m 700 private_dir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5989320" y="3849624"/>
            <a:ext cx="4846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permissions while creating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416552"/>
            <a:ext cx="5120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7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-v mydir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5989320" y="4416552"/>
            <a:ext cx="4846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confirmation message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960120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5504688"/>
            <a:ext cx="9144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of mkdir -p project/{src,bin,docs,tests}: project/ contains src, bin, docs, tests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Removing files and directories safely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is powerful. Use the correct command and preview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81328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81328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rmdir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41148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empty directories only.</a:t>
            </a:r>
            <a:endParaRPr lang="en-US" sz="1650" dirty="0"/>
          </a:p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for beginners.</a:t>
            </a:r>
            <a:endParaRPr lang="en-US" sz="1650" dirty="0"/>
          </a:p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with -p to remove empty parents.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749040"/>
            <a:ext cx="38313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rmdir mydir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rmdir -p a/b/c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629400" y="1755648"/>
            <a:ext cx="1005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512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files or directories.</a:t>
            </a:r>
            <a:endParaRPr lang="en-US" sz="1650" dirty="0"/>
          </a:p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-r removes directories recursively.</a:t>
            </a:r>
            <a:endParaRPr lang="en-US" sz="1650" dirty="0"/>
          </a:p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-i asks before removing.</a:t>
            </a:r>
            <a:endParaRPr lang="en-US" sz="1650" dirty="0"/>
          </a:p>
          <a:p>
            <a:r>
              <a:rPr lang="en-US" sz="16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-f forces deletion.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675120" y="3611880"/>
            <a:ext cx="4160520" cy="594360"/>
          </a:xfrm>
          <a:prstGeom prst="roundRect">
            <a:avLst>
              <a:gd name="adj" fmla="val 9231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749040"/>
            <a:ext cx="38313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file.txt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-ri mydir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-rf mydir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560320" y="5559552"/>
            <a:ext cx="7040880" cy="292608"/>
          </a:xfrm>
          <a:prstGeom prst="roundRect">
            <a:avLst>
              <a:gd name="adj" fmla="val 50000"/>
            </a:avLst>
          </a:prstGeom>
          <a:solidFill>
            <a:srgbClr val="FB7185">
              <a:alpha val="85000"/>
            </a:srgbClr>
          </a:solidFill>
          <a:ln w="12700">
            <a:solidFill>
              <a:srgbClr val="FB7185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5623560"/>
            <a:ext cx="6894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run rm -rf / or commands you do not understand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Moving and renaming with mv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 changes a file/directory location or name.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54480"/>
            <a:ext cx="4791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[options] source destination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dir1 dir2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440680" y="2057400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 dir1 to dir2 if dir2 does not exist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22960" y="2532888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dir1 /path/to/dir2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440680" y="2532888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dir1 into an existing location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2960" y="3008376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dir1 dir2/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440680" y="3008376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dir1 inside dir2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22960" y="3483864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-i file.txt old.txt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440680" y="3483864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before overwrite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-n file.txt old.txt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440680" y="3959352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overwrite destination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-v dir1 dir2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440680" y="4434840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what is being moved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22960" y="4910328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dir1 dir2 dir3 /target/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440680" y="4910328"/>
            <a:ext cx="5486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multiple sources into target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977640" y="5852160"/>
            <a:ext cx="411480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0792" y="5916168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 can overwrite. Use -i when practicing.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Copying files and directories with cp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duplicates files or folders from source to destination.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554480"/>
            <a:ext cx="10094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[options] source destination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[options] source1 source2 source3 directory/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file1.txt file2.txt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0" y="242316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a file with a new name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a.txt /home/Downloads/practice/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0" y="2935224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a file into another folder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447288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a.txt b.txt /home/Documents/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0" y="344728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multiple files into a folder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3959352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-r newdir backupdir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0" y="3959352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a directory recursively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471416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-u source.txt dest.txt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0" y="4471416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only if source is newer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4663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-T source.txt dest.txt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0" y="498348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destination as a normal file, not a directory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cp flags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flags protect files, preserve metadata, and control links/backups.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270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 / -R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011680" y="15270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recursive: copy folders and contents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5270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-i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498080" y="15270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interactive: ask before overwrite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2128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-f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011680" y="22128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force: replace files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172200" y="21031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22128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-v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498080" y="22128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verbose: show what is copied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85800" y="27889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8986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-u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011680" y="28986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update: copy only newer files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172200" y="27889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8986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-a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498080" y="28986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archive: preserve attributes, useful for backups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685800" y="34747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5844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-p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2011680" y="35844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timestamps/permissions/ownership if possible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172200" y="34747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5844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-n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7498080" y="35844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no-clobber: do not overwrite existing files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2702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-l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2011680" y="42702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link instead of copying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172200" y="41605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42702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-s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7498080" y="42702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symbolic link / shortcut-like link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685800" y="48463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8B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--parents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2011680" y="49560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folder structure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172200" y="4846320"/>
            <a:ext cx="5074920" cy="438912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495604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38BDF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--backup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7498080" y="4956048"/>
            <a:ext cx="3474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backup before overwriting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685800" y="5733288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5870448"/>
            <a:ext cx="10232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-rp /home/sujith/docs backup/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Recursive + preserve permissions/timestamps while copying</a:t>
            </a:r>
            <a:endParaRPr lang="en-US" sz="13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Permissions basics: rwx and 755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 decide who can read, write and execute a file or directory.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901952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= rwx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901952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9120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= r-x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2668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901952"/>
            <a:ext cx="2651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26680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= r-x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05840" y="370332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840480"/>
            <a:ext cx="47000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-rwxr-xr-x  means 755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read = 4, write = 2, execute = 1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= 4+2+1, 5 = 4+0+1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6446520" y="3703320"/>
            <a:ext cx="4389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files: x means executable program/script.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directories: x means you can enter/traverse the directory.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find /home -perm 755 to search by permission.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lab 1: navigate and search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tasks as live demonstrations for beginners.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5819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current location and move to /home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21214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files in long format and include hidden files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26883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271576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all .txt files under home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32552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2826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directories named apache2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7240" y="3822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8496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running processes containing apache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1508760"/>
            <a:ext cx="4526280" cy="3520440"/>
          </a:xfrm>
          <a:prstGeom prst="roundRect">
            <a:avLst>
              <a:gd name="adj" fmla="val 1558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645920"/>
            <a:ext cx="419709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pwd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cd /home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ls -la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/home -name "*.txt" -type f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find /home -type d -name "apache2"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$ ps aux | grep "apache"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2103120" y="5897880"/>
            <a:ext cx="7680960" cy="292608"/>
          </a:xfrm>
          <a:prstGeom prst="roundRect">
            <a:avLst>
              <a:gd name="adj" fmla="val 50000"/>
            </a:avLst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5961888"/>
            <a:ext cx="75346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learners to predict output before running each command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lab 2: create, copy, move, remove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mini-project that uses most commands from the notes.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67E8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5577840" cy="4434840"/>
          </a:xfrm>
          <a:prstGeom prst="roundRect">
            <a:avLst>
              <a:gd name="adj" fmla="val 123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248656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Create a practice workspace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linux_lab/{notes,backup,empty}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linux_lab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touch notes/one.txt notes/two.txt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"hello linux" &gt; notes/one.txt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-r notes backup/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notes/two.txt notes/renamed.txt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. -name "*.txt" -print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rmdir empty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-ri backup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42976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mkdir -p creates nested directories safely.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 and echo create files.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-r copies directories.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 renames/moves files.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verifies your work.</a:t>
            </a:r>
            <a:endParaRPr lang="en-US" sz="1630" dirty="0"/>
          </a:p>
          <a:p>
            <a:r>
              <a:rPr lang="en-US" sz="16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-ri removes interactively.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6583680" y="406908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43159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tip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each command, run ls or find to show what changed.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beginner mistakes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Knowing mistakes early makes learners confident and safe.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10652760" cy="585216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53619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commands in the wrong directory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5623560" y="1536192"/>
            <a:ext cx="5074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pwd before copy/delete operations.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10652760" cy="585216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35915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Confusing relative and absolute paths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5623560" y="2359152"/>
            <a:ext cx="5074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starts with /; relative starts from current folder.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85800" y="3063240"/>
            <a:ext cx="10652760" cy="585216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8211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rm -rf without checking matches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5623560" y="3182112"/>
            <a:ext cx="5074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find ... -print first and rm -ri while practicing.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85800" y="3886200"/>
            <a:ext cx="10652760" cy="585216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00507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Forgetting quotes around patterns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5623560" y="4005072"/>
            <a:ext cx="5074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"*.txt" so the shell does not expand too early.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85800" y="4709160"/>
            <a:ext cx="10652760" cy="585216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82803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Thinking locate is always up-to-date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5623560" y="4828032"/>
            <a:ext cx="5074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sudo updatedb or use find for live results.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5760720"/>
            <a:ext cx="103235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Safe pattern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/tmp -name "*.tmp" -print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Only after verifying matches: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/tmp -name "*.tmp" -delete</a:t>
            </a:r>
            <a:endParaRPr lang="en-US" sz="13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Beginner cheat sheet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this slide at the end as a quick reference.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8988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193852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07568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/path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..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-la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34840" y="138988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193852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07568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cmd --help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man cmd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which cmd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whereis cmd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183880" y="138988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66760" y="193852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207568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find /path -name "*.txt"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locate file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grep "word" file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85800" y="372160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27024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40740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touch file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"hi" &gt; file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mkdir -p a/b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4434840" y="372160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17720" y="427024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40740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cp -r src dst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old new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-ri folder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8183880" y="3721608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67E8F9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6760" y="4270248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4407408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 file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 -l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ps aux | grep name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command should I use?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decision guide for beginners.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8191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know where you are?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58191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move folders?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617720" y="194767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FBBF24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58191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see contents?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366760" y="194767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2743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0779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find by name/size/time?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68680" y="327355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434840" y="2743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67E8F9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90779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fast filename search?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4617720" y="327355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83880" y="27432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90779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filter output text?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366760" y="327355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grep + pipe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85800" y="40690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duplicate?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68680" y="459943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434840" y="40690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rename/move?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617720" y="459943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183880" y="406908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FB7185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delete?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8366760" y="4599432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/ rmdir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Basics Bootcamp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458200" y="647395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friendly command-line guide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recap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30352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becomes easy when you think in workflows, not isolated commands.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19202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150876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 → cd → 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210312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for speed, find for conditions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69748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 output into grep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329184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touch, echo, cat, tee, mkdir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88620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cp, mv, rmdir, rm carefully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check with pwd, ls, find -print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5102352"/>
            <a:ext cx="10058400" cy="1005840"/>
          </a:xfrm>
          <a:prstGeom prst="roundRect">
            <a:avLst>
              <a:gd name="adj" fmla="val 5455"/>
            </a:avLst>
          </a:prstGeom>
          <a:solidFill>
            <a:srgbClr val="050816"/>
          </a:solidFill>
          <a:ln w="889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5239512"/>
            <a:ext cx="97292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Your next step: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Open a terminal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Create a linux_lab folder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Practice every command in this PPT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Explain each command aloud like you are teaching someone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Basics for Beginners</dc:title>
  <dc:subject>Linux basics for beginners</dc:subject>
  <dc:creator>OpenAI</dc:creator>
  <cp:lastModifiedBy>OpenAI</cp:lastModifiedBy>
  <cp:revision>1</cp:revision>
  <dcterms:created xsi:type="dcterms:W3CDTF">2026-06-11T06:06:42Z</dcterms:created>
  <dcterms:modified xsi:type="dcterms:W3CDTF">2026-06-11T06:06:42Z</dcterms:modified>
</cp:coreProperties>
</file>